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/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Plus Jakarta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4" Type="http://schemas.openxmlformats.org/officeDocument/2006/relationships/font" Target="fonts/Roboto-regular.fntdata"/><Relationship Id="rId25" Type="http://schemas.openxmlformats.org/officeDocument/2006/relationships/font" Target="fonts/Roboto-bold.fntdata"/><Relationship Id="rId26" Type="http://schemas.openxmlformats.org/officeDocument/2006/relationships/font" Target="fonts/Roboto-italic.fntdata"/><Relationship Id="rId27" Type="http://schemas.openxmlformats.org/officeDocument/2006/relationships/font" Target="fonts/Roboto-boldItalic.fntdata"/><Relationship Id="rId28" Type="http://schemas.openxmlformats.org/officeDocument/2006/relationships/font" Target="fonts/PlusJakartaSans-regular.fntdata"/><Relationship Id="rId29" Type="http://schemas.openxmlformats.org/officeDocument/2006/relationships/font" Target="fonts/PlusJakartaSans-bold.fntdata"/><Relationship Id="rId30" Type="http://schemas.openxmlformats.org/officeDocument/2006/relationships/font" Target="fonts/PlusJakartaSans-italic.fntdata"/><Relationship Id="rId31" Type="http://schemas.openxmlformats.org/officeDocument/2006/relationships/font" Target="fonts/PlusJakarta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